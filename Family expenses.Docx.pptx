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693400" cx="7556500"/>
  <p:notesSz cx="7556500" cy="10693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3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3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3.xml"/><Relationship Id="rId3" Type="http://schemas.openxmlformats.org/officeDocument/2006/relationships/presProps" Target="presProps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n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n"/>
          <p:cNvSpPr txBox="1"/>
          <p:nvPr>
            <p:ph idx="1" type="body"/>
          </p:nvPr>
        </p:nvSpPr>
        <p:spPr>
          <a:xfrm>
            <a:off x="755650" y="5079350"/>
            <a:ext cx="60453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6" name="Google Shape;216;p1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3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6" name="Google Shape;336;p8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378142" y="2459482"/>
            <a:ext cx="32898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"/>
          <p:cNvSpPr txBox="1"/>
          <p:nvPr>
            <p:ph idx="2" type="body"/>
          </p:nvPr>
        </p:nvSpPr>
        <p:spPr>
          <a:xfrm>
            <a:off x="3894867" y="2459482"/>
            <a:ext cx="32898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type="ctrTitle"/>
          </p:nvPr>
        </p:nvSpPr>
        <p:spPr>
          <a:xfrm>
            <a:off x="567213" y="3314954"/>
            <a:ext cx="6428400" cy="22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"/>
          <p:cNvSpPr txBox="1"/>
          <p:nvPr>
            <p:ph idx="1" type="subTitle"/>
          </p:nvPr>
        </p:nvSpPr>
        <p:spPr>
          <a:xfrm>
            <a:off x="1134427" y="5988304"/>
            <a:ext cx="5294100" cy="26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6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6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2" name="Google Shape;182;p1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1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1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4800"/>
              <a:buFont typeface="Times New Roman"/>
              <a:buNone/>
            </a:pPr>
            <a:r>
              <a:rPr b="1" i="0" lang="en-US" sz="4800" u="none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87" name="Google Shape;387;p1"/>
          <p:cNvSpPr txBox="1"/>
          <p:nvPr/>
        </p:nvSpPr>
        <p:spPr>
          <a:xfrm>
            <a:off x="1589025" y="7016373"/>
            <a:ext cx="4423800" cy="1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" lvl="0" marL="127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DHARSHAN ABINESH</a:t>
            </a:r>
            <a:r>
              <a:rPr b="1" lang="en-US" sz="16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ANANDA KUMAR.R</a:t>
            </a: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08D2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112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b="1" lang="en-US" sz="1600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</a:t>
            </a: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BHUVANESH.P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" lvl="0" marL="127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AVINASH.S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901700" y="1306512"/>
            <a:ext cx="57594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project  uses  ServiceNow  to  calculate  and  manage family expenses.</a:t>
            </a:r>
            <a:endParaRPr/>
          </a:p>
          <a:p>
            <a:pPr indent="-1143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 allows   users   to   track   daily   spending,   categorize expenses, set budgets, and view reports in real-time. With features like seamless integration, user-friendly interface, and scalability, it supports families of different sizes and financial needs.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  system   helps    users   make    informed    financial decisions, stay  organized, and  improve  overall financial well-being within the family.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901700" y="5686425"/>
            <a:ext cx="4840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SERVICENOW INSTANCE</a:t>
            </a:r>
            <a:r>
              <a:rPr b="1" i="0" lang="en-US" sz="22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"Setting	Up	ServiceNow	Instance"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5870575" y="6156325"/>
            <a:ext cx="789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1358900" y="6491287"/>
            <a:ext cx="38559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guides	users	to	create	their	own developer instance.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378450" y="6491287"/>
            <a:ext cx="1281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ServiceNow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1130300" y="7497762"/>
            <a:ext cx="55308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397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involves signing up on the ServiceNow Developer site,  requesting  a  personal  instance,  filling  details, and receiving login credentials via email.</a:t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901700" y="1250950"/>
            <a:ext cx="5759400" cy="7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 logged  in,  users  can  access  and  navigate ServiceNow For further project development</a:t>
            </a:r>
            <a:endParaRPr/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23B0A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823B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NEW UPDATE SET: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New  Update  Set"  module  helps track and manage changes in ServiceNow.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creating an update set named Family Expenses, users can save customizations, submit, and make it current for project development</a:t>
            </a:r>
            <a:r>
              <a:rPr b="0" i="0" lang="en-US" sz="20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AF5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TABLE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FAMILY EXPENSES TABLE: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600"/>
              <a:buFont typeface="Noto Sans Symbols"/>
              <a:buChar char="∙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Family  Expenses Table"  module works by creating a new table in ServiceNow named Family Expenses.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1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Noto Sans Symbols"/>
              <a:buChar char="∙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stores  expense  records  systematically,  enabling users to organize, manage, and track family financial data efficiently for better analysis</a:t>
            </a:r>
            <a:r>
              <a:rPr b="0" i="0" lang="en-US" sz="20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143000" y="1736725"/>
            <a:ext cx="177900" cy="17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143000" y="2811462"/>
            <a:ext cx="177900" cy="17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1143000" y="7566025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143000" y="8472487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901700" y="1336675"/>
            <a:ext cx="5760900" cy="76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COLUMNS (FIELDS):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Columns  (Fields)"  module  works  by  adding specific fields like Number, Date, Amount, and Expense Details to the Family Expenses table.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 fields  store  structured  data,  making  it  easy  to  record, categorize,   and   analyze   expenses,   helping   families   monitor financial activities effectively.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NUMBER FIELD AN AUTO-NUMBER: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"Making  Number  Field  an Auto-Number"  module works  by  automatically  generating  unique  IDs  for  each expense record.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ensures  systematic  tracking,  prevents  duplicates,  and simplifies  identifying  entries,  making  data  management and referencing in the Family Expenses table efficient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THE FORM: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"Configure the Form" module works by customizing the Family Expenses form layout in ServiceNow.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lets you drag and drop fields, set Number as read-only, and make Date and Amount mandatory.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1143000" y="1227137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901700" y="1233487"/>
            <a:ext cx="5757900" cy="80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68312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proper data entry, validation, and structured record management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5910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C459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TABLE (DAILY EXPENSES)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DAILY EXPENSES TABLE: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"Creation of Daily Expenses Table" module works by building  a  separate  table  to  record  day-to-day  spending details.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is  linked  to  the  Family  Expenses  module  for  better tracking.  Users  can  input  daily  expense  records,  save them, and analyze spending patterns, helping in organized financial management.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COLUMNS (FIELDS):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module  works  by  creating  and  managing  tables  in ServiceNow. You  add  columns  for  details  like  number, date, expenses, family member name, and comments.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 column  is  assigned  a  type  (string,  date,  integer, reference).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is  used  to  organize,  store,  and  track  daily  expenses systematically for easy reporting and analysis.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901700" y="1336675"/>
            <a:ext cx="57564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NUMBER FIELD AN AUTO-NUMBER: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auto-number field in a database automatically assigns a unique number to each record.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used for creating unique identifiers like IDs.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130300" y="2952750"/>
            <a:ext cx="750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2022475" y="2952750"/>
            <a:ext cx="463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	setting	the	field	to	auto-number	via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901700" y="3255962"/>
            <a:ext cx="5757900" cy="6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68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 view,  using  "Get  Next  Displayed  value"  for dynamic default.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</a:t>
            </a:r>
            <a:r>
              <a:rPr b="1" i="0" lang="en-US" sz="1800" u="none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FORM: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1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 auto-number  field  assigns  unique  IDs.  To  use  it: configure form, set field to auto-number, and save.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works by automatically generating sequential numbers for  each  record,  ensuring  unique  identifiers  for  data management and organization purposes efficiently.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200"/>
              <a:buFont typeface="Times New Roman"/>
              <a:buNone/>
            </a:pPr>
            <a:r>
              <a:rPr b="1" i="0" lang="en-US" sz="2200" u="sng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RELATIONSHIP</a:t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11000"/>
              </a:lnSpc>
              <a:spcBef>
                <a:spcPts val="90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RELATIONSHIP BETWEEN FAMILY</a:t>
            </a:r>
            <a:r>
              <a:rPr b="1" i="0" lang="en-US" sz="1800" u="none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 AND DAILY EXPENSES TABLES: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a  relationship  between  "Family  Expenses"  and  "Daily Expenses" tables.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 by  opening  Relationships,  clicking  New,  entering  details (tables: Family Expenses &amp; Daily Expenses), and saving.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1130300" y="1465262"/>
            <a:ext cx="5523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7012" lvl="0" marL="2397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tables for data management and analysis of expenses across both tables efficiently.</a:t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901700" y="2649537"/>
            <a:ext cx="5754600" cy="6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CONFIGURING RELATED LIST ON FAMILY</a:t>
            </a:r>
            <a:r>
              <a:rPr b="1" i="0" lang="en-US" sz="1800" u="none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➔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 a    relationship   between   tables.   Use   by   opening Relationships,   clicking   New,   selecting   tables   (e.g.,   Family Expenses &amp; Daily Expenses), and saving.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➔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 tables  for  data  management  and  analysis  of  expenses across both tables efficiently and effectively now.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BUSINESS RULES: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business  rules  linking  "Family  Expenses"  DB  to "Daily Expenses" table. Use to manage data relations, insert, and update operations efficiently.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Executes  rule  on  current  record  in  Family  Expenses,  adds query, iterates, updates amount, expense details, comments in code snippet</a:t>
            </a:r>
            <a:r>
              <a:rPr b="0" i="0" lang="en-US" sz="18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appears to be a project management or coding interface. It uses guided projects, workspaces, and coding for tasks like managing family expenses</a:t>
            </a:r>
            <a:r>
              <a:rPr b="0" i="0" lang="en-US" sz="18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901700" y="1357312"/>
            <a:ext cx="5753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THE RELATIONSHIP: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Configures  relationships  in  Daily  Expenses  app.  Uses  filter search for Relationships, sets Family Expenses table, writes query for parent linkage.</a:t>
            </a:r>
            <a:endParaRPr/>
          </a:p>
        </p:txBody>
      </p:sp>
      <p:sp>
        <p:nvSpPr>
          <p:cNvPr id="344" name="Google Shape;344;p14"/>
          <p:cNvSpPr txBox="1"/>
          <p:nvPr/>
        </p:nvSpPr>
        <p:spPr>
          <a:xfrm>
            <a:off x="901700" y="3363912"/>
            <a:ext cx="5754600" cy="49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E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BE8E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 "Calculating   Family   Expenses"   project   in   ServiceNow successfully streamlined expense tracking and management.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leveraging ServiceNow's features, it automated calculations, improved data accuracy, and enhanced family financial planning.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demonstrated effective use of technology for practical financial management, yielding efficient and organized expense tracking.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  automated   workflows   and   real-time   updates,   family members can easily monitor expenses, make informed decisions, and maintain financial discipline.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  project    showcases    ServiceNow's    versatility    beyond enterprise   IT,   applying   its   capabilities   to   personal   finance management for improved efficiency and control.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it was a resounding success.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1939925" y="9223375"/>
            <a:ext cx="3679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THANKING YOU</a:t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